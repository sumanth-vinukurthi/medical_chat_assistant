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9"/>
            <a:ext cx="82296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Medical Chat Assistant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       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RAG </a:t>
            </a:r>
            <a:r>
              <a:rPr lang="en-US" sz="2600"/>
              <a:t>based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Knowledge System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knowledge is vast and scattered.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struggle to retrieve accurate document-backed answers.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an intelligent assistant grounded in medical documents.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Full-stack RAG web application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Uploads medical documents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search retrieval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summarizes answers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+ pgvector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 pipeline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Agent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Features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document upload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similarity search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Conversational chat interface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Flow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→ Chunk → Embed → Store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→ Retrieve → Summarize → Answer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 knowledge assistant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training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Clinical lookup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document search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Grounded medical AI assistant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document-based answers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architecture foundation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